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15124176"/>
  <p:notesSz cx="15124176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89336" cy="1828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10689336" cy="73152"/>
          </a:xfrm>
          <a:prstGeom prst="rect">
            <a:avLst/>
          </a:prstGeom>
          <a:solidFill>
            <a:srgbClr val="0D3B6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🏥 OR Flow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ระบบบริหารจัดการห้องผ่าตัด + AI ทำนายเวลาผ่าตัด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ห้องผ่าตัดศัลยกรรมทั่วไป · โรงพยาบาลตำรวจ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จัดคิวและติดตามเคสห้องผ่าตัดแบบเรียลไทม์ ใช้พร้อมกันได้หลายเครื่อง และใช้ Machine Learning ทำนายเวลาผ่าตัดล่วงหน้า — เพื่อวางแผนห้อง แจ้งเวลาญาติ และจัดเวรได้แม่นขึ้น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🔄 วงจรชีวิตของเคส (5 สถานะ)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E8F1FB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03320"/>
            <a:ext cx="1783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⬜
</a:t>
            </a:r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ยังไม่มา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304288" y="3703320"/>
            <a:ext cx="26517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542032" y="370332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E8F1FB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42032" y="3703320"/>
            <a:ext cx="1783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🟡
</a:t>
            </a:r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รอผ่าตัด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97680" y="3703320"/>
            <a:ext cx="26517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▶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35424" y="370332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E8F1FB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5424" y="3703320"/>
            <a:ext cx="1783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🔵
</a:t>
            </a:r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กำลังผ่า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291072" y="3703320"/>
            <a:ext cx="26517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28816" y="370332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E8F1FB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28816" y="3703320"/>
            <a:ext cx="1783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🚪
</a:t>
            </a:r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รอจำหน่าย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84464" y="3703320"/>
            <a:ext cx="26517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▶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522208" y="370332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E8F1FB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22208" y="3703320"/>
            <a:ext cx="1783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✅
</a:t>
            </a:r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จำหน่าย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8640" y="50749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⭐ จุดเด่นของระบบ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7091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C9DC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5623560"/>
            <a:ext cx="128016" cy="1783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788152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🖥️  </a:t>
            </a:r>
            <a:pPr indent="0" marL="0">
              <a:buNone/>
            </a:pPr>
            <a:r>
              <a:rPr lang="en-US" sz="1800" b="1" dirty="0">
                <a:solidFill>
                  <a:srgbClr val="0D3B6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บอร์ดกลางหลายเครื่อง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22960" y="6336792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B6B7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ซิงก์อัตโนมัติทุก ~30 วินาที — ทุกเครื่องเห็นสถานะตรงกัน (near real-time)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14416" y="5623560"/>
            <a:ext cx="47091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C9DC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14416" y="5623560"/>
            <a:ext cx="128016" cy="1783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5888736" y="5788152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🤖  </a:t>
            </a:r>
            <a:pPr indent="0" marL="0">
              <a:buNone/>
            </a:pPr>
            <a:r>
              <a:rPr lang="en-US" sz="1800" b="1" dirty="0">
                <a:solidFill>
                  <a:srgbClr val="0D3B6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ทำนายเวลา (honest_v1)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5888736" y="6336792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B6B7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มัธยฐานลำดับชั้น + XGBoost · พลาดเฉลี่ย ±42 นาที + บอกช่วงมั่นใจ 90%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48640" y="7680960"/>
            <a:ext cx="47091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C9DC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7680960"/>
            <a:ext cx="128016" cy="1783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7845552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📊  </a:t>
            </a:r>
            <a:pPr indent="0" marL="0">
              <a:buNone/>
            </a:pPr>
            <a:r>
              <a:rPr lang="en-US" sz="1800" b="1" dirty="0">
                <a:solidFill>
                  <a:srgbClr val="0D3B6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มุมผู้บริหาร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22960" y="8394192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B6B7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เห็น KPI · Utilization · สถานะห้องผ่าตัดทุกห้อง · ภาระงาน แบบสด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614416" y="7680960"/>
            <a:ext cx="47091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875">
            <a:solidFill>
              <a:srgbClr val="C9DC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14416" y="7680960"/>
            <a:ext cx="128016" cy="1783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8" name="Text 36"/>
          <p:cNvSpPr/>
          <p:nvPr/>
        </p:nvSpPr>
        <p:spPr>
          <a:xfrm>
            <a:off x="5888736" y="7845552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🔒  </a:t>
            </a:r>
            <a:pPr indent="0" marL="0">
              <a:buNone/>
            </a:pPr>
            <a:r>
              <a:rPr lang="en-US" sz="1800" b="1" dirty="0">
                <a:solidFill>
                  <a:srgbClr val="0D3B6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คุ้มครองข้อมูล (PDPA)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888736" y="8394192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B6B7B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ปกปิดชื่อผู้ป่วย (ชื่อต้น+อักษรนามสกุล) + HN 4 ตัวท้าย ก่อนขึ้น cloud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48640" y="10012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💡 AI ช่วยงานยังไง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548640" y="10561320"/>
            <a:ext cx="3136392" cy="1143000"/>
          </a:xfrm>
          <a:prstGeom prst="roundRect">
            <a:avLst>
              <a:gd name="adj" fmla="val 9600"/>
            </a:avLst>
          </a:prstGeom>
          <a:solidFill>
            <a:srgbClr val="E8F1FB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10561320"/>
            <a:ext cx="31363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⏱️
</a:t>
            </a:r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เคสนี้จะเสร็จกี่โมง</a:t>
            </a:r>
            <a:endParaRPr lang="en-US" sz="2600" dirty="0"/>
          </a:p>
        </p:txBody>
      </p:sp>
      <p:sp>
        <p:nvSpPr>
          <p:cNvPr id="43" name="Shape 41"/>
          <p:cNvSpPr/>
          <p:nvPr/>
        </p:nvSpPr>
        <p:spPr>
          <a:xfrm>
            <a:off x="3867912" y="10561320"/>
            <a:ext cx="3136392" cy="1143000"/>
          </a:xfrm>
          <a:prstGeom prst="roundRect">
            <a:avLst>
              <a:gd name="adj" fmla="val 9600"/>
            </a:avLst>
          </a:prstGeom>
          <a:solidFill>
            <a:srgbClr val="E8F1FB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67912" y="10561320"/>
            <a:ext cx="31363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🚪
</a:t>
            </a:r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ห้องจะว่างเมื่อไหร่</a:t>
            </a:r>
            <a:endParaRPr lang="en-US" sz="2600" dirty="0"/>
          </a:p>
        </p:txBody>
      </p:sp>
      <p:sp>
        <p:nvSpPr>
          <p:cNvPr id="45" name="Shape 43"/>
          <p:cNvSpPr/>
          <p:nvPr/>
        </p:nvSpPr>
        <p:spPr>
          <a:xfrm>
            <a:off x="7187184" y="10561320"/>
            <a:ext cx="3136392" cy="1143000"/>
          </a:xfrm>
          <a:prstGeom prst="roundRect">
            <a:avLst>
              <a:gd name="adj" fmla="val 9600"/>
            </a:avLst>
          </a:prstGeom>
          <a:solidFill>
            <a:srgbClr val="E8F1FB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7184" y="10561320"/>
            <a:ext cx="31363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👥
</a:t>
            </a:r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วางแผนเวร / แจ้งญาติ</a:t>
            </a:r>
            <a:endParaRPr lang="en-US" sz="2600" dirty="0"/>
          </a:p>
        </p:txBody>
      </p:sp>
      <p:sp>
        <p:nvSpPr>
          <p:cNvPr id="47" name="Shape 45"/>
          <p:cNvSpPr/>
          <p:nvPr/>
        </p:nvSpPr>
        <p:spPr>
          <a:xfrm>
            <a:off x="548640" y="12024360"/>
            <a:ext cx="9592056" cy="914400"/>
          </a:xfrm>
          <a:prstGeom prst="roundRect">
            <a:avLst>
              <a:gd name="adj" fmla="val 12000"/>
            </a:avLst>
          </a:prstGeom>
          <a:solidFill>
            <a:srgbClr val="F4F8FD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7240" y="120243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3B6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⚙️ เทคโนโลยี: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Streamlit + Supabase (PostgreSQL)  ·  ML: มัธยฐานลำดับชั้น + XGBoost residual + Split Conformal  ·  ตรวจสอบความแม่นกับเคสจริงปี 2567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0" y="14484096"/>
            <a:ext cx="10689336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" y="14484096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ผู้จัดทำ: ร.ต.อ.หญิง ญาณิศา สุทธิบูรณ์  ·  วิทยานิพนธ์หลักสูตรการบริหารการพยาบาล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2026-06-13T17:28:06Z</dcterms:created>
  <dcterms:modified xsi:type="dcterms:W3CDTF">2026-06-13T17:28:06Z</dcterms:modified>
</cp:coreProperties>
</file>