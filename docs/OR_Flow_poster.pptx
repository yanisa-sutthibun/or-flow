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0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4928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647688" cy="1463040"/>
          </a:xfrm>
          <a:prstGeom prst="roundRect">
            <a:avLst>
              <a:gd name="adj" fmla="val 11250"/>
            </a:avLst>
          </a:prstGeom>
          <a:solidFill>
            <a:srgbClr val="1F6FD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64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OR Flow ทำงานยังไง</a:t>
            </a:r>
            <a:endParaRPr lang="en-US" sz="4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6647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E4FB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กระดานห้องผ่าตัด + AI ช่วยทำนายเวลา · สำหรับพยาบาล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41832" y="3246120"/>
            <a:ext cx="36576" cy="548640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822960" cy="82296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54480" y="2249424"/>
            <a:ext cx="5550408" cy="1170432"/>
          </a:xfrm>
          <a:prstGeom prst="roundRect">
            <a:avLst>
              <a:gd name="adj" fmla="val 9375"/>
            </a:avLst>
          </a:prstGeom>
          <a:solidFill>
            <a:srgbClr val="F3F8FF"/>
          </a:solidFill>
          <a:ln w="12700">
            <a:solidFill>
              <a:srgbClr val="D6E6FF"/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9" name="Text 7"/>
          <p:cNvSpPr/>
          <p:nvPr/>
        </p:nvSpPr>
        <p:spPr>
          <a:xfrm>
            <a:off x="1783080" y="2137178"/>
            <a:ext cx="5093208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11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43042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🔓  </a:t>
            </a:r>
            <a:r>
              <a:rPr lang="en-US" sz="2800" b="1" dirty="0">
                <a:solidFill>
                  <a:srgbClr val="243042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เปิดเว็บ · ใส่รหัส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516074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เปิดได้ทุกเครื่องผ่านเบราว์เซอร์ ไม่ต้องลงโปรแกรม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41832" y="4617720"/>
            <a:ext cx="36576" cy="548640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822960" cy="822960"/>
          </a:xfrm>
          <a:prstGeom prst="ellipse">
            <a:avLst/>
          </a:prstGeom>
          <a:solidFill>
            <a:srgbClr val="3BB273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554480" y="3621024"/>
            <a:ext cx="5550408" cy="1170432"/>
          </a:xfrm>
          <a:prstGeom prst="roundRect">
            <a:avLst>
              <a:gd name="adj" fmla="val 9375"/>
            </a:avLst>
          </a:prstGeom>
          <a:solidFill>
            <a:srgbClr val="F1FBF5"/>
          </a:solidFill>
          <a:ln w="12700">
            <a:solidFill>
              <a:srgbClr val="D2F0DE"/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14" name="Text 12"/>
          <p:cNvSpPr/>
          <p:nvPr/>
        </p:nvSpPr>
        <p:spPr>
          <a:xfrm>
            <a:off x="1783080" y="3712464"/>
            <a:ext cx="5093208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43042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📋 </a:t>
            </a:r>
            <a:r>
              <a:rPr lang="en-US" sz="2800" b="1" dirty="0" err="1">
                <a:solidFill>
                  <a:srgbClr val="243042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ใส่ตารางผ่าตัดวันนี้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516074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เพิ่มทีละเคส หรืออัปโหลดไฟล์ตารางทั้งวัน (CSV)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41832" y="5989320"/>
            <a:ext cx="36576" cy="548640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822960" cy="822960"/>
          </a:xfrm>
          <a:prstGeom prst="ellipse">
            <a:avLst/>
          </a:prstGeom>
          <a:solidFill>
            <a:srgbClr val="8E7CC3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548640" y="5166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554480" y="4992624"/>
            <a:ext cx="5550408" cy="1170432"/>
          </a:xfrm>
          <a:prstGeom prst="roundRect">
            <a:avLst>
              <a:gd name="adj" fmla="val 9375"/>
            </a:avLst>
          </a:prstGeom>
          <a:solidFill>
            <a:srgbClr val="F7F4FE"/>
          </a:solidFill>
          <a:ln w="12700">
            <a:solidFill>
              <a:srgbClr val="E6DEF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1783080" y="5084064"/>
            <a:ext cx="5093208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43042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🤖  AI </a:t>
            </a:r>
            <a:r>
              <a:rPr lang="en-US" sz="2800" b="1" dirty="0" err="1">
                <a:solidFill>
                  <a:srgbClr val="243042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ทำนายเวลาให้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516074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บอกว่าแต่ละเคสนานเท่าไร และห้องจะว่างเมื่อไหร่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41832" y="7360920"/>
            <a:ext cx="36576" cy="548640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Shape 19"/>
          <p:cNvSpPr/>
          <p:nvPr/>
        </p:nvSpPr>
        <p:spPr>
          <a:xfrm>
            <a:off x="548640" y="6537960"/>
            <a:ext cx="822960" cy="822960"/>
          </a:xfrm>
          <a:prstGeom prst="ellipse">
            <a:avLst/>
          </a:prstGeom>
          <a:solidFill>
            <a:srgbClr val="E0A5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554480" y="6364224"/>
            <a:ext cx="5550408" cy="1170432"/>
          </a:xfrm>
          <a:prstGeom prst="roundRect">
            <a:avLst>
              <a:gd name="adj" fmla="val 9375"/>
            </a:avLst>
          </a:prstGeom>
          <a:solidFill>
            <a:srgbClr val="FFFAF0"/>
          </a:solidFill>
          <a:ln w="12700">
            <a:solidFill>
              <a:srgbClr val="F7E6C4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1783080" y="6455664"/>
            <a:ext cx="5093208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43042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👆  แตะการ์ดเลื่อนสถานะ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ct val="105000"/>
              </a:lnSpc>
            </a:pPr>
            <a:r>
              <a:rPr lang="en-US" sz="2400" b="1" dirty="0" err="1">
                <a:solidFill>
                  <a:srgbClr val="5B6B7B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รอผ่า</a:t>
            </a:r>
            <a:r>
              <a:rPr lang="en-US" sz="2400" dirty="0">
                <a:solidFill>
                  <a:srgbClr val="808495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 → </a:t>
            </a:r>
            <a:r>
              <a:rPr lang="en-US" sz="2400" b="1" dirty="0">
                <a:solidFill>
                  <a:srgbClr val="1565C0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กำลังผ่า</a:t>
            </a:r>
            <a:r>
              <a:rPr lang="en-US" sz="2400" dirty="0">
                <a:solidFill>
                  <a:srgbClr val="808495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  →  </a:t>
            </a:r>
            <a:r>
              <a:rPr lang="en-US" sz="2400" b="1" dirty="0">
                <a:solidFill>
                  <a:srgbClr val="7B1FA2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รอจำหน่าย</a:t>
            </a:r>
            <a:r>
              <a:rPr lang="en-US" sz="2400" dirty="0">
                <a:solidFill>
                  <a:srgbClr val="808495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  →  </a:t>
            </a:r>
            <a:r>
              <a:rPr lang="en-US" sz="2400" b="1" dirty="0">
                <a:solidFill>
                  <a:srgbClr val="2E7D32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จำหน่าย</a:t>
            </a: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41832" y="8732520"/>
            <a:ext cx="36576" cy="548640"/>
          </a:xfrm>
          <a:prstGeom prst="rect">
            <a:avLst/>
          </a:prstGeom>
          <a:solidFill>
            <a:srgbClr val="DBE3E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Shape 24"/>
          <p:cNvSpPr/>
          <p:nvPr/>
        </p:nvSpPr>
        <p:spPr>
          <a:xfrm>
            <a:off x="548640" y="7909560"/>
            <a:ext cx="822960" cy="822960"/>
          </a:xfrm>
          <a:prstGeom prst="ellipse">
            <a:avLst/>
          </a:prstGeom>
          <a:solidFill>
            <a:srgbClr val="30A39A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" name="Text 25"/>
          <p:cNvSpPr/>
          <p:nvPr/>
        </p:nvSpPr>
        <p:spPr>
          <a:xfrm>
            <a:off x="548640" y="7909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1554480" y="7735824"/>
            <a:ext cx="5550408" cy="1170432"/>
          </a:xfrm>
          <a:prstGeom prst="roundRect">
            <a:avLst>
              <a:gd name="adj" fmla="val 9375"/>
            </a:avLst>
          </a:prstGeom>
          <a:solidFill>
            <a:srgbClr val="F0FBF8"/>
          </a:solidFill>
          <a:ln w="12700">
            <a:solidFill>
              <a:srgbClr val="CDEEE6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9" name="Text 27"/>
          <p:cNvSpPr/>
          <p:nvPr/>
        </p:nvSpPr>
        <p:spPr>
          <a:xfrm>
            <a:off x="1783080" y="7827264"/>
            <a:ext cx="5093208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3042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⏰  </a:t>
            </a:r>
            <a:r>
              <a:rPr lang="en-US" sz="2800" b="1" dirty="0">
                <a:solidFill>
                  <a:srgbClr val="243042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ระบบบอกเวลาเรียกเคสต่อไป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516074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เตรียมผู้ป่วยมารอให้พอดีตอนห้องว่าง </a:t>
            </a:r>
            <a:r>
              <a:rPr lang="en-US" sz="2800" dirty="0" err="1">
                <a:solidFill>
                  <a:srgbClr val="516074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ไม่รอนาน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9281160"/>
            <a:ext cx="822960" cy="82296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1" name="Text 29"/>
          <p:cNvSpPr/>
          <p:nvPr/>
        </p:nvSpPr>
        <p:spPr>
          <a:xfrm>
            <a:off x="548640" y="9281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1554480" y="9107424"/>
            <a:ext cx="5550408" cy="1170432"/>
          </a:xfrm>
          <a:prstGeom prst="roundRect">
            <a:avLst>
              <a:gd name="adj" fmla="val 9375"/>
            </a:avLst>
          </a:prstGeom>
          <a:solidFill>
            <a:srgbClr val="F3F8FF"/>
          </a:solidFill>
          <a:ln w="12700">
            <a:solidFill>
              <a:srgbClr val="D6E6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3" name="Text 31"/>
          <p:cNvSpPr/>
          <p:nvPr/>
        </p:nvSpPr>
        <p:spPr>
          <a:xfrm>
            <a:off x="1783080" y="9198864"/>
            <a:ext cx="5093208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43042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🖥️  </a:t>
            </a:r>
            <a:r>
              <a:rPr lang="en-US" sz="2800" b="1" dirty="0">
                <a:solidFill>
                  <a:srgbClr val="243042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ทุกเครื่องเห็นตรงกันเอง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2800" dirty="0" err="1">
                <a:solidFill>
                  <a:srgbClr val="516074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ซิงก์อัตโนมัติทุก</a:t>
            </a:r>
            <a:r>
              <a:rPr lang="en-US" sz="2800" dirty="0">
                <a:solidFill>
                  <a:srgbClr val="516074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 ~30 </a:t>
            </a:r>
            <a:r>
              <a:rPr lang="en-US" sz="2800" dirty="0" err="1">
                <a:solidFill>
                  <a:srgbClr val="516074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วินาที</a:t>
            </a:r>
            <a:r>
              <a:rPr lang="en-US" sz="2800" dirty="0">
                <a:solidFill>
                  <a:srgbClr val="516074"/>
                </a:solidFill>
                <a:latin typeface="TH Sarabun New" panose="020B0500040200020003" pitchFamily="34" charset="-34"/>
                <a:ea typeface="Sarabun" pitchFamily="34" charset="-122"/>
                <a:cs typeface="TH Sarabun New" panose="020B0500040200020003" pitchFamily="34" charset="-34"/>
              </a:rPr>
              <a:t> ไม่พลาดวินาทีสำคัญ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121</Words>
  <Application>Microsoft Office PowerPoint</Application>
  <PresentationFormat>กำหนดเอง</PresentationFormat>
  <Paragraphs>22</Paragraphs>
  <Slides>1</Slides>
  <Notes>1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5" baseType="lpstr">
      <vt:lpstr>Arial</vt:lpstr>
      <vt:lpstr>Sarabun</vt:lpstr>
      <vt:lpstr>TH Sarabun New</vt:lpstr>
      <vt:lpstr>Office Theme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Yanisa Sutthibun</cp:lastModifiedBy>
  <cp:revision>2</cp:revision>
  <dcterms:created xsi:type="dcterms:W3CDTF">2026-06-15T13:08:32Z</dcterms:created>
  <dcterms:modified xsi:type="dcterms:W3CDTF">2026-06-15T13:20:04Z</dcterms:modified>
</cp:coreProperties>
</file>